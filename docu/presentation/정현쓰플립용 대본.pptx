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9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2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D68519-4E09-4B6F-9137-796755BD0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6B465B-69BD-4052-A33B-B25515674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0330F5-ADC8-413E-B4EF-25E237213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53AC-5E46-49FF-AF4E-894E2C870E11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D91B65-39E7-4AD5-ADD5-D358C03BC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E56335-1B34-4FE6-8202-214536F63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44C-6CE4-420A-82DD-EF0F91FBF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35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84DB49-A9B7-48A1-8821-01495437D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A1DC5C-FE86-4207-A4B9-71FCBDE02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1BA9F7-38D9-4FFB-92B5-D693DBC68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53AC-5E46-49FF-AF4E-894E2C870E11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37B2A1-DF17-4C09-A926-A9E413F23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961A1D-03DC-4050-ADB2-C0A59DD4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44C-6CE4-420A-82DD-EF0F91FBF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053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C9E4A-72C2-4E1F-B313-E6D235598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AF1333-0FE4-493F-988E-BF05650F60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987D33-0514-49D4-97D3-0D8A3590A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53AC-5E46-49FF-AF4E-894E2C870E11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012025-4803-4602-9F3D-47AF0E3C2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84DB9D-AD60-4F9B-AAD8-88A3B8112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44C-6CE4-420A-82DD-EF0F91FBF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942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FDC16-6714-4BE9-BF07-29FC71E1F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60C079-A978-45A7-917D-41D6BD84F3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98DABD-832F-4503-9A9B-3B44DCFF20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B32375-0FEF-45F7-AA76-2358F5930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53AC-5E46-49FF-AF4E-894E2C870E11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9F5FA9-2538-4EE6-A20A-EB5916A9F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85183D-2BA2-4106-B037-D864EB660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44C-6CE4-420A-82DD-EF0F91FBF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917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020865-3FCD-4B14-94B6-0C2E4C4A8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7B0F97-DDB2-4BD2-80BC-272C6C80F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A6ED76D-670A-49C0-AAB4-C53E71D01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EFE7C03-44A1-43B6-90C2-1E2509FE18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C4AF22-5912-4408-9AD8-F0DD27CB5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B1A1AD0-54AA-4F46-A752-1B74C3DA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53AC-5E46-49FF-AF4E-894E2C870E11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7859F9-5C8D-4BFD-988E-4579C0267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D9770FD-744D-4F5F-A097-AD52CC1C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44C-6CE4-420A-82DD-EF0F91FBF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011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662E0F-AC25-4A8A-B2FA-541100696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8E9922-6BFA-4E2F-B3B0-5C452E6E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53AC-5E46-49FF-AF4E-894E2C870E11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A7BD43-C4EC-427D-B1B4-B97083735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B9243A-9DCA-4928-B95B-274AAC900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44C-6CE4-420A-82DD-EF0F91FBF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80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BC5106-D570-4420-A35A-4D53E8E5A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53AC-5E46-49FF-AF4E-894E2C870E11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2DB5B7-AAD1-4917-8D04-662DA6C74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FD8C80-20D5-44EE-8849-1982842D1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44C-6CE4-420A-82DD-EF0F91FBF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171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5E35A-26E8-4F5B-B37F-75D66418C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8F1216-E6A4-4F58-ADBF-9E434AB61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C0FA468-31A3-47AB-8E62-FFDC497CC3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59E444-E665-4D7B-924E-8B4D165D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53AC-5E46-49FF-AF4E-894E2C870E11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AD7C17-09C9-4E96-94D8-1252D5B85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9D9B4A-022E-4736-8A72-970546530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44C-6CE4-420A-82DD-EF0F91FBF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0363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B14863-8485-407E-B084-0876E70E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B07B00-FBD1-4F48-A5FF-2D583384F8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DF0F038-5EE2-4565-92B2-16D2215BCE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6FCF3F9-BD84-4C80-9B4B-142656ED0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53AC-5E46-49FF-AF4E-894E2C870E11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E7E142-CE48-4121-8D4D-E8572CA86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CCFCA9-39B1-451E-B40D-375FD242D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44C-6CE4-420A-82DD-EF0F91FBF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792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89627-A653-41F2-A887-9D108CB2C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DC6850E-93EB-4C1A-8EE6-82E2DE015C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A878DD-33C9-4D2A-97DA-9C61D9CD5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53AC-5E46-49FF-AF4E-894E2C870E11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994E72-EA2F-43AA-BF4A-E35C50806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6EE427-A2B8-4A4F-A999-74747A3E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44C-6CE4-420A-82DD-EF0F91FBF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2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64AD64-B888-4A12-ACA7-C789149C2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DC0957-8D6A-4C99-A0DA-BEFA4AF8F1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B40EC-2F1E-4E91-9578-89FB33721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453AC-5E46-49FF-AF4E-894E2C870E11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D7A51D-D578-4666-899D-7D3007D12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A8CCFF-4BED-4D3A-8866-8A977B8C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AA844C-6CE4-420A-82DD-EF0F91FBF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8853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0DC93B5-5140-443C-B7D9-6A0741460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05C6D8C-F2FE-4A93-87DC-0529017DB1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0325D1-3E4F-4768-9F6F-192C4BBD54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D453AC-5E46-49FF-AF4E-894E2C870E11}" type="datetimeFigureOut">
              <a:rPr lang="ko-KR" altLang="en-US" smtClean="0"/>
              <a:t>2025-07-25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662751-BF61-409B-A907-D2DF91793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3A8CF6-1C65-4FF4-BC67-B3B9AF613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AA844C-6CE4-420A-82DD-EF0F91FBFA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806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604FE-F5A3-44AB-9851-7AB4EB7A61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송정현 파이팅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86DE267-BF57-4640-BAA9-7462D69D89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893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5241" y="2283877"/>
            <a:ext cx="9947563" cy="2727510"/>
          </a:xfrm>
        </p:spPr>
        <p:txBody>
          <a:bodyPr>
            <a:normAutofit/>
          </a:bodyPr>
          <a:lstStyle/>
          <a:p>
            <a:r>
              <a:rPr lang="ko-KR" altLang="en-US" sz="4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안녕하세요</a:t>
            </a:r>
            <a:r>
              <a:rPr lang="en-US" altLang="ko-KR" sz="4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</a:p>
          <a:p>
            <a:r>
              <a:rPr lang="ko-KR" altLang="en-US" sz="4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저는 </a:t>
            </a:r>
            <a:r>
              <a:rPr lang="ko-KR" altLang="en-US" sz="48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민적</a:t>
            </a:r>
            <a:r>
              <a:rPr lang="en-US" altLang="ko-KR" sz="4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</a:t>
            </a:r>
            <a:r>
              <a:rPr lang="ko-KR" altLang="en-US" sz="4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고 팀의 기획안 발표를 맡은 송정현입니다</a:t>
            </a:r>
            <a:r>
              <a:rPr lang="en-US" altLang="ko-KR" sz="4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ko-KR" altLang="en-US" sz="4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660D10-B879-4503-8F57-50D524699CD7}"/>
              </a:ext>
            </a:extLst>
          </p:cNvPr>
          <p:cNvSpPr txBox="1"/>
          <p:nvPr/>
        </p:nvSpPr>
        <p:spPr>
          <a:xfrm>
            <a:off x="1285102" y="469557"/>
            <a:ext cx="3904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1page</a:t>
            </a:r>
            <a:endParaRPr lang="ko-KR" altLang="en-US" sz="40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4131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5241" y="2283877"/>
            <a:ext cx="9947563" cy="2727510"/>
          </a:xfrm>
        </p:spPr>
        <p:txBody>
          <a:bodyPr>
            <a:normAutofit/>
          </a:bodyPr>
          <a:lstStyle/>
          <a:p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발표 진행은 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들어가기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기획배경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문제 정의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솔루션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시나리오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4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기술스택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순서로</a:t>
            </a:r>
            <a:endParaRPr lang="en-US" altLang="ko-KR" sz="4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진행하겠습니다</a:t>
            </a:r>
            <a:r>
              <a:rPr lang="en-US" altLang="ko-KR" sz="4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ko-KR" altLang="en-US" sz="4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7FE48F-92F2-4091-907C-C2D1114DBD65}"/>
              </a:ext>
            </a:extLst>
          </p:cNvPr>
          <p:cNvSpPr txBox="1"/>
          <p:nvPr/>
        </p:nvSpPr>
        <p:spPr>
          <a:xfrm>
            <a:off x="1285102" y="469557"/>
            <a:ext cx="3904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2page</a:t>
            </a:r>
            <a:endParaRPr lang="ko-KR" altLang="en-US" sz="40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89875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5241" y="2283877"/>
            <a:ext cx="9947563" cy="272751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저희 팀의 역할 분배를 먼저 설명하겠습니다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</a:p>
          <a:p>
            <a:r>
              <a:rPr lang="ko-KR" altLang="en-US" sz="32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풀스택에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김민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모바일에 송정현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오승연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이도형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</a:t>
            </a:r>
          </a:p>
          <a:p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</a:t>
            </a:r>
            <a:r>
              <a:rPr lang="ko-KR" altLang="en-US" sz="32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백엔드에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정유진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32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조경호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그리고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PM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의 역할까지 겸업하였습니다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ko-KR" altLang="en-US" sz="48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59B6D5-3B9C-4798-8B54-BB2A0AC2146B}"/>
              </a:ext>
            </a:extLst>
          </p:cNvPr>
          <p:cNvSpPr txBox="1"/>
          <p:nvPr/>
        </p:nvSpPr>
        <p:spPr>
          <a:xfrm>
            <a:off x="1285102" y="469557"/>
            <a:ext cx="3904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3page</a:t>
            </a:r>
            <a:endParaRPr lang="ko-KR" altLang="en-US" sz="40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59126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740" y="701490"/>
            <a:ext cx="9947563" cy="2727510"/>
          </a:xfrm>
        </p:spPr>
        <p:txBody>
          <a:bodyPr>
            <a:noAutofit/>
          </a:bodyPr>
          <a:lstStyle/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아이를 키우려면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온 마을이 필요하다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는 아프리카 속담을 </a:t>
            </a:r>
            <a:r>
              <a:rPr lang="ko-KR" altLang="en-US" sz="3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들어보신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적 있나요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?" "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 말을 들으며 저희는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이런 생각을 하게 되었습니다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그렇다면 우리의 소중한 반려동물을 키우는 데는</a:t>
            </a:r>
            <a:endParaRPr lang="en-US" altLang="ko-KR" sz="3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무엇이 필요할까요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?" 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단순히 사료를 주고 병원에 데려가는 것만으로는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충분하지 않죠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반려동물과 함께하는 일상에는 </a:t>
            </a:r>
            <a:endParaRPr lang="en-US" altLang="ko-KR" sz="3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수많은 순간들이 있습니다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저희는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내가 사는 동네에서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동물을 사랑하는 사람들과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믿고 연결될 수 있는 공간을 만들기 위한 </a:t>
            </a:r>
            <a:endParaRPr lang="en-US" altLang="ko-KR" sz="3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이야기를 소개하고자 합니다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ko-KR" altLang="en-US" sz="3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83301-059A-412C-BDC4-26CDB2A34E1B}"/>
              </a:ext>
            </a:extLst>
          </p:cNvPr>
          <p:cNvSpPr txBox="1"/>
          <p:nvPr/>
        </p:nvSpPr>
        <p:spPr>
          <a:xfrm>
            <a:off x="1235674" y="395415"/>
            <a:ext cx="3904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4-1</a:t>
            </a:r>
            <a:endParaRPr lang="ko-KR" altLang="en-US" sz="40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4429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5865" y="196789"/>
            <a:ext cx="9947563" cy="2727510"/>
          </a:xfrm>
        </p:spPr>
        <p:txBody>
          <a:bodyPr>
            <a:noAutofit/>
          </a:bodyPr>
          <a:lstStyle/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혹시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이런 경험 </a:t>
            </a:r>
            <a:r>
              <a:rPr lang="ko-KR" altLang="en-US" sz="3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있으신가요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 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병원이나 카페를 찾으려고 하면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정보가 너무 흩어져 있어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결국 검증되지 않은 곳을 선택했던 경험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갑작스러운 출장이나 응급상황이 생겼을 때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내 소중한 아이를 믿고 맡길 곳이 없어서 </a:t>
            </a:r>
            <a:endParaRPr lang="en-US" altLang="ko-KR" sz="3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발만 동동 굴렀던 경험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길에서 주인을 잃은 동물을 마주했을 때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도와주고 싶지만 뭘 어떻게 해야 할지 몰라서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그냥 지나쳤던 경험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 모든 순간들의 공통점</a:t>
            </a:r>
            <a:r>
              <a:rPr lang="ko-KR" altLang="en-US" sz="3000" dirty="0"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은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바로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연결의 부재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입니다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</a:t>
            </a:r>
            <a:endParaRPr lang="ko-KR" altLang="en-US" sz="30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920E09-BEB2-4003-93D1-00EFBCA9E371}"/>
              </a:ext>
            </a:extLst>
          </p:cNvPr>
          <p:cNvSpPr txBox="1"/>
          <p:nvPr/>
        </p:nvSpPr>
        <p:spPr>
          <a:xfrm>
            <a:off x="0" y="0"/>
            <a:ext cx="3904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endParaRPr lang="ko-KR" altLang="en-US" sz="40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574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491" y="754930"/>
            <a:ext cx="10571018" cy="2727510"/>
          </a:xfrm>
        </p:spPr>
        <p:txBody>
          <a:bodyPr>
            <a:noAutofit/>
          </a:bodyPr>
          <a:lstStyle/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혹시 다들 어릴 때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옆집에 놀러 간 적 </a:t>
            </a:r>
            <a:r>
              <a:rPr lang="ko-KR" altLang="en-US" sz="32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있으신가요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예전에는 부모님이 외출하실 때</a:t>
            </a:r>
          </a:p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“</a:t>
            </a:r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잠깐만 민이 아 좀 봐줘요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” 하며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옆집에 아이를 맡기기도 했습니다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그만큼 이웃끼리 신뢰하고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자연스럽게 연결되어 있었던 거죠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하지만 요즘은 그런 일이 거의 사라졌습니다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sz="32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왜일까요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?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저희는 그 이유가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</a:t>
            </a:r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  <a:p>
            <a:r>
              <a:rPr lang="ko-KR" altLang="en-US" sz="3200" b="1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이웃과의 연결이 끊어졌기 때문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이라고 생각했습니다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r>
              <a:rPr lang="ko-KR" altLang="en-US" sz="3200" dirty="0">
                <a:latin typeface="Arial" panose="020B0604020202020204" pitchFamily="34" charset="0"/>
                <a:ea typeface="Pretendard ExtraBold" panose="02000903000000020004" pitchFamily="50" charset="-127"/>
                <a:cs typeface="Arial" panose="020B0604020202020204" pitchFamily="34" charset="0"/>
              </a:rPr>
              <a:t>신뢰는 남아있지 않고</a:t>
            </a:r>
            <a:r>
              <a:rPr lang="en-US" altLang="ko-KR" sz="3200" dirty="0">
                <a:latin typeface="Arial" panose="020B0604020202020204" pitchFamily="34" charset="0"/>
                <a:ea typeface="Pretendard ExtraBold" panose="0200090300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3200" dirty="0">
                <a:latin typeface="Arial" panose="020B0604020202020204" pitchFamily="34" charset="0"/>
                <a:ea typeface="Pretendard ExtraBold" panose="02000903000000020004" pitchFamily="50" charset="-127"/>
                <a:cs typeface="Arial" panose="020B0604020202020204" pitchFamily="34" charset="0"/>
              </a:rPr>
              <a:t>도움을 청할 사람은 점점 줄어들었습니다</a:t>
            </a:r>
            <a:r>
              <a:rPr lang="en-US" altLang="ko-KR" sz="3200" dirty="0">
                <a:latin typeface="Arial" panose="020B0604020202020204" pitchFamily="34" charset="0"/>
                <a:ea typeface="Pretendard ExtraBold" panose="02000903000000020004" pitchFamily="50" charset="-127"/>
                <a:cs typeface="Arial" panose="020B0604020202020204" pitchFamily="34" charset="0"/>
              </a:rPr>
              <a:t>.</a:t>
            </a:r>
          </a:p>
          <a:p>
            <a:r>
              <a:rPr lang="ko-KR" altLang="en-US" sz="3200" dirty="0">
                <a:latin typeface="Arial" panose="020B0604020202020204" pitchFamily="34" charset="0"/>
                <a:ea typeface="Pretendard ExtraBold" panose="02000903000000020004" pitchFamily="50" charset="-127"/>
                <a:cs typeface="Arial" panose="020B0604020202020204" pitchFamily="34" charset="0"/>
              </a:rPr>
              <a:t>반려동물을 키우는 사람들도 마찬가지입니다</a:t>
            </a:r>
            <a:r>
              <a:rPr lang="en-US" altLang="ko-KR" sz="2400" dirty="0">
                <a:latin typeface="Arial" panose="020B0604020202020204" pitchFamily="34" charset="0"/>
                <a:ea typeface="Pretendard ExtraBold" panose="02000903000000020004" pitchFamily="50" charset="-127"/>
                <a:cs typeface="Arial" panose="020B0604020202020204" pitchFamily="34" charset="0"/>
              </a:rPr>
              <a:t>.</a:t>
            </a:r>
          </a:p>
          <a:p>
            <a:endParaRPr lang="ko-KR" altLang="en-US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FB886-495D-48FF-9F91-51D7D3D17F77}"/>
              </a:ext>
            </a:extLst>
          </p:cNvPr>
          <p:cNvSpPr txBox="1"/>
          <p:nvPr/>
        </p:nvSpPr>
        <p:spPr>
          <a:xfrm>
            <a:off x="0" y="0"/>
            <a:ext cx="3904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6-1</a:t>
            </a:r>
            <a:endParaRPr lang="ko-KR" altLang="en-US" sz="40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1259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557" y="1136822"/>
            <a:ext cx="10852575" cy="3040324"/>
          </a:xfrm>
        </p:spPr>
        <p:txBody>
          <a:bodyPr>
            <a:noAutofit/>
          </a:bodyPr>
          <a:lstStyle/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반려동물을 키우는 사람들도 마찬가지입니다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r>
              <a:rPr lang="ko-KR" altLang="en-US" sz="28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펫과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관련된 일을 해결하기 위해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사람들은 수많은 앱을 이용해야 하죠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병원이나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애견 동반 가능 정보는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네이버 지도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궁금한 건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네이버 카페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실종 신고는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인스타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임시 돌봄이 필요하면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지인들 </a:t>
            </a:r>
            <a:r>
              <a:rPr lang="ko-KR" altLang="en-US" sz="28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카톡방에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SOS...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사람들은 다양한 문제를 해결하기 위해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여러 앱을 오가며 불편을 겪습니다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DAA13-6825-4A01-86ED-3225ACC02A6A}"/>
              </a:ext>
            </a:extLst>
          </p:cNvPr>
          <p:cNvSpPr txBox="1"/>
          <p:nvPr/>
        </p:nvSpPr>
        <p:spPr>
          <a:xfrm>
            <a:off x="0" y="0"/>
            <a:ext cx="3904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6-2</a:t>
            </a:r>
            <a:endParaRPr lang="ko-KR" altLang="en-US" sz="40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395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547" y="998374"/>
            <a:ext cx="10571018" cy="2727510"/>
          </a:xfrm>
        </p:spPr>
        <p:txBody>
          <a:bodyPr>
            <a:noAutofit/>
          </a:bodyPr>
          <a:lstStyle/>
          <a:p>
            <a:r>
              <a:rPr lang="en-US" altLang="ko-KR" sz="3200" b="1" dirty="0"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3200" b="1" dirty="0"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하지만 문제의 본질은 바로 </a:t>
            </a:r>
            <a:r>
              <a:rPr lang="en-US" altLang="ko-KR" sz="3200" b="1" dirty="0"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en-US" altLang="ko-KR" sz="3200" b="1" dirty="0"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3200" b="1" dirty="0"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신뢰할 수 있는 동네 </a:t>
            </a:r>
            <a:r>
              <a:rPr lang="ko-KR" altLang="en-US" sz="3200" b="1" dirty="0" err="1"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사람들과의</a:t>
            </a:r>
            <a:r>
              <a:rPr lang="ko-KR" altLang="en-US" sz="3200" b="1" dirty="0"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연결 부재</a:t>
            </a:r>
            <a:r>
              <a:rPr lang="en-US" altLang="ko-KR" sz="3200" b="1" dirty="0"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3200" b="1" dirty="0"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였습니다</a:t>
            </a:r>
            <a:r>
              <a:rPr lang="en-US" altLang="ko-KR" sz="3200" b="1" dirty="0"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기존 서비스들은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여러 앱에 정보가 분산되어 있고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</a:p>
          <a:p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전국 단위 정보라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내 동네와 무관하며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익명성 기반이라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믿고 의지하기 어려웠던 거죠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우리가 진짜 원했던 건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/'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하나의 앱에서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,/ </a:t>
            </a:r>
          </a:p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내 동네 사람들과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3200" dirty="0">
                <a:effectLst/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연결되어 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모든 펫 라이프를 함께 나누는 것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이었습니다</a:t>
            </a:r>
            <a:r>
              <a:rPr lang="en-US" altLang="ko-KR" sz="32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628F96-BAC7-474C-820D-BA50D1DC8299}"/>
              </a:ext>
            </a:extLst>
          </p:cNvPr>
          <p:cNvSpPr txBox="1"/>
          <p:nvPr/>
        </p:nvSpPr>
        <p:spPr>
          <a:xfrm>
            <a:off x="0" y="0"/>
            <a:ext cx="3904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endParaRPr lang="ko-KR" altLang="en-US" sz="40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5554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822" y="1360572"/>
            <a:ext cx="10942121" cy="2727510"/>
          </a:xfrm>
        </p:spPr>
        <p:txBody>
          <a:bodyPr>
            <a:noAutofit/>
          </a:bodyPr>
          <a:lstStyle/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저희 가설이 맞는지 확인하기 위해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70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명의 이웃들에게 직접 물어보았습니다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.“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"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결과는 희망적이었습니다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응답자의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77%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반려동물에 높은 관심을 보였고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/95%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길에서 동물을 발견한 경험이 있었으며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/82%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주인을 찾아주고 싶어 했습니다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DDC619-2D69-4669-BBF0-A9E54DDEC526}"/>
              </a:ext>
            </a:extLst>
          </p:cNvPr>
          <p:cNvSpPr txBox="1"/>
          <p:nvPr/>
        </p:nvSpPr>
        <p:spPr>
          <a:xfrm>
            <a:off x="0" y="0"/>
            <a:ext cx="3904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8</a:t>
            </a:r>
            <a:endParaRPr lang="ko-KR" altLang="en-US" sz="40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093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950" y="986499"/>
            <a:ext cx="10942121" cy="2727510"/>
          </a:xfrm>
        </p:spPr>
        <p:txBody>
          <a:bodyPr>
            <a:noAutofit/>
          </a:bodyPr>
          <a:lstStyle/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하지만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동시에 중요한 허들도 발견했습니다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/</a:t>
            </a:r>
          </a:p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동네 기반 앱 사용 의향을 물었을 때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약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40%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 부정적이었고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</a:p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가장 큰 이유는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신뢰성 우려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였습니다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실제 의견을 보시면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,/ '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어떤 사람인지 모르는데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반려동물을 맡기기엔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위험부담이 크다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는 말씀들이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많았습니다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 설문 결과는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저희에게 확신을 주었습니다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/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Pet Place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의 성패는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바로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신뢰 시스템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’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을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얼마나 잘 </a:t>
            </a:r>
            <a:r>
              <a:rPr lang="ko-KR" altLang="en-US" sz="3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만드느냐에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달려있다는 </a:t>
            </a:r>
            <a:r>
              <a:rPr lang="ko-KR" altLang="en-US" sz="30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것을요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0EB603-EC8E-46D8-856B-C44FF9DED782}"/>
              </a:ext>
            </a:extLst>
          </p:cNvPr>
          <p:cNvSpPr txBox="1"/>
          <p:nvPr/>
        </p:nvSpPr>
        <p:spPr>
          <a:xfrm>
            <a:off x="0" y="0"/>
            <a:ext cx="3904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9</a:t>
            </a:r>
            <a:endParaRPr lang="ko-KR" altLang="en-US" sz="40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73920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950" y="986499"/>
            <a:ext cx="10942121" cy="2727510"/>
          </a:xfrm>
        </p:spPr>
        <p:txBody>
          <a:bodyPr>
            <a:noAutofit/>
          </a:bodyPr>
          <a:lstStyle/>
          <a:p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그래서 저희는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신뢰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시스템으로 만들었습니다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</a:p>
          <a:p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Pet Place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는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/3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단계 신뢰 장치를 통해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이웃을 연결합니다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"1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단계는 동네 인증입니다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위치 인증과 본인 인증을 통해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나와 같은 동네에 사는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진짜 이웃임을 증명합니다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.“</a:t>
            </a:r>
          </a:p>
          <a:p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"2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단계는 </a:t>
            </a:r>
            <a:r>
              <a:rPr lang="ko-KR" altLang="en-US" sz="28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펫케어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역량 증명입니다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돌봄이 가능한 환경을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사진으로 보여주거나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기존 반려동물과의 관계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관련 경험 등을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프로필에 등록하여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신뢰도를 높입니다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"3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단계는 유저 평가 제도입니다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실제 도움 제공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이웃들의 평가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</a:p>
          <a:p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응답 속도 등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긍정적 활동이 쌓일수록 올라가는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커뮤니티 평판 시스템입니다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F4C78-945B-434E-B227-CDC19D9458E0}"/>
              </a:ext>
            </a:extLst>
          </p:cNvPr>
          <p:cNvSpPr txBox="1"/>
          <p:nvPr/>
        </p:nvSpPr>
        <p:spPr>
          <a:xfrm>
            <a:off x="0" y="0"/>
            <a:ext cx="3904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10</a:t>
            </a:r>
            <a:endParaRPr lang="ko-KR" altLang="en-US" sz="4000" b="1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2003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698" y="511486"/>
            <a:ext cx="11471564" cy="2727510"/>
          </a:xfrm>
        </p:spPr>
        <p:txBody>
          <a:bodyPr>
            <a:noAutofit/>
          </a:bodyPr>
          <a:lstStyle/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Pet Place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통해 우리의 일상은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이렇게 달라집니다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병원을 찾을 때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더 이상 광고 후기에 의존하지 않습니다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</a:p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동네 인증을 받은 이웃이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직접 다녀온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진짜 후기를 보고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안심하고 찾아갑니다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궁금한 점이 생겼을 때도 마찬가지입니다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</a:p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인터넷의 식상한 답변 대신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동네 채팅방에서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실제 경험을 가진 이웃의 조언을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즉시 받을 수 있습니다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그리고 임시 돌봄이 필요할 때도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가족 외에는 대안이 없던 상황에서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이제는 유저 평판이 높은 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믿을 만한 이웃에게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</a:t>
            </a:r>
            <a:r>
              <a:rPr lang="ko-KR" altLang="en-US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안심하고 요청할 수 있습니다</a:t>
            </a:r>
            <a:r>
              <a:rPr lang="en-US" altLang="ko-KR" sz="30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2549074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218" y="921184"/>
            <a:ext cx="11471564" cy="2727510"/>
          </a:xfrm>
        </p:spPr>
        <p:txBody>
          <a:bodyPr>
            <a:noAutofit/>
          </a:bodyPr>
          <a:lstStyle/>
          <a:p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그리고 때로는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</a:t>
            </a:r>
            <a:r>
              <a:rPr lang="ko-KR" altLang="en-US" sz="28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슬픈표정을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한 동물을 발견했을 때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사진을 찍어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Pet Place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에 올리는 순간부터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정말 기적 같은 일이 벌어집니다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"AI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 동물의 특징을 분석하고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기존에 등록된 실종 신고 중에서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가장 유력한 후보를 찾아냅니다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그리고 즉시 두 가지 알림이 나갑니다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매칭이 되었다면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주인에게는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</a:t>
            </a:r>
          </a:p>
          <a:p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우리 아이를 발견했을 수도 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는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희망의 알림이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,/ 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주변 이웃들에게는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'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도움이 필요하다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'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는 요청 알림이 갑니다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이로서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실종 동물 조기 </a:t>
            </a:r>
            <a:r>
              <a:rPr lang="ko-KR" altLang="en-US" sz="28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발견률이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증가 할 것으로 기대합니다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  <a:endParaRPr lang="en-US" altLang="ko-KR" sz="3200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5113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839" y="1799958"/>
            <a:ext cx="11471564" cy="2727510"/>
          </a:xfrm>
        </p:spPr>
        <p:txBody>
          <a:bodyPr>
            <a:noAutofit/>
          </a:bodyPr>
          <a:lstStyle/>
          <a:p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저희는 </a:t>
            </a:r>
            <a:r>
              <a:rPr lang="en-US" altLang="ko-KR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PetPlace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구현하기 위해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이러한 기술 스택을 사용할 예정입니다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Spring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기반 서버에서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/WebSocket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을 통해 실시간 채팅을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</a:p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FCM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을 통해 푸시 알림 기능을 제공합니다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Android 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앱은 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Jetpack Compose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기반으로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UI</a:t>
            </a:r>
            <a:r>
              <a:rPr lang="ko-KR" altLang="en-US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를 설계합니다</a:t>
            </a:r>
            <a:r>
              <a:rPr lang="en-US" altLang="ko-KR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0895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16" y="2120592"/>
            <a:ext cx="11471564" cy="2727510"/>
          </a:xfrm>
        </p:spPr>
        <p:txBody>
          <a:bodyPr>
            <a:noAutofit/>
          </a:bodyPr>
          <a:lstStyle/>
          <a:p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AI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는 </a:t>
            </a:r>
            <a:r>
              <a:rPr lang="ko-KR" altLang="en-US" sz="28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온디바이스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연산을 활용해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서버 부하를 줄이고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클라이언트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-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서버 간 연산을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효율적으로 분산시켜 구현합니다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198458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>
            <a:extLst>
              <a:ext uri="{FF2B5EF4-FFF2-40B4-BE49-F238E27FC236}">
                <a16:creationId xmlns:a16="http://schemas.microsoft.com/office/drawing/2014/main" id="{FCA6ACAF-03A6-4A2B-8AA7-0ABED9E2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216" y="2120592"/>
            <a:ext cx="11471564" cy="2727510"/>
          </a:xfrm>
        </p:spPr>
        <p:txBody>
          <a:bodyPr>
            <a:noAutofit/>
          </a:bodyPr>
          <a:lstStyle/>
          <a:p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"Pet Place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는 단순한 앱이 아닙니다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저희는 반려동물을 위한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따뜻한 동네를 만들고자 합니다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저희는 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신뢰와 연결과 상호부조를 기반으로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/ </a:t>
            </a:r>
            <a:r>
              <a:rPr lang="ko-KR" altLang="en-US" sz="2800" dirty="0" err="1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약속드립니다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</a:p>
          <a:p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기술로 사람을 연결하고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, /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사랑으로 동물을 보호하겠습니다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바로 그런 세상을 함께 만들어가고 싶습니다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 </a:t>
            </a:r>
          </a:p>
          <a:p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"Pet Place, 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우리 동네의 첫 번째 주민이 되어주세요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 </a:t>
            </a:r>
            <a:r>
              <a:rPr lang="ko-KR" altLang="en-US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감사합니다</a:t>
            </a:r>
            <a:r>
              <a:rPr lang="en-US" altLang="ko-KR" sz="2800" dirty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2441906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983</Words>
  <Application>Microsoft Office PowerPoint</Application>
  <PresentationFormat>와이드스크린</PresentationFormat>
  <Paragraphs>120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Noto Sans KR Black</vt:lpstr>
      <vt:lpstr>Pretendard Medium</vt:lpstr>
      <vt:lpstr>Arial</vt:lpstr>
      <vt:lpstr>맑은 고딕</vt:lpstr>
      <vt:lpstr>Office 테마</vt:lpstr>
      <vt:lpstr>송정현 파이팅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송정현 파이팅</dc:title>
  <dc:creator>경호 조</dc:creator>
  <cp:lastModifiedBy>경호 조</cp:lastModifiedBy>
  <cp:revision>6</cp:revision>
  <dcterms:created xsi:type="dcterms:W3CDTF">2025-07-24T17:51:04Z</dcterms:created>
  <dcterms:modified xsi:type="dcterms:W3CDTF">2025-07-25T08:08:53Z</dcterms:modified>
</cp:coreProperties>
</file>